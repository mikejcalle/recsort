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0" r:id="rId4"/>
    <p:sldMasterId id="21474837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ewsreader"/>
      <p:regular r:id="rId18"/>
      <p:bold r:id="rId19"/>
      <p:italic r:id="rId20"/>
      <p:boldItalic r:id="rId21"/>
    </p:embeddedFont>
    <p:embeddedFont>
      <p:font typeface="Sora"/>
      <p:regular r:id="rId22"/>
      <p:bold r:id="rId23"/>
    </p:embeddedFont>
    <p:embeddedFont>
      <p:font typeface="Newsreader SemiBold"/>
      <p:regular r:id="rId24"/>
      <p:bold r:id="rId25"/>
      <p:italic r:id="rId26"/>
      <p:boldItalic r:id="rId27"/>
    </p:embeddedFont>
    <p:embeddedFont>
      <p:font typeface="IBM Plex Sans"/>
      <p:regular r:id="rId28"/>
      <p:bold r:id="rId29"/>
      <p:italic r:id="rId30"/>
      <p:boldItalic r:id="rId31"/>
    </p:embeddedFont>
    <p:embeddedFont>
      <p:font typeface="Sora SemiBold"/>
      <p:regular r:id="rId32"/>
      <p:bold r:id="rId33"/>
    </p:embeddedFont>
    <p:embeddedFont>
      <p:font typeface="IBM Plex Sans Medium"/>
      <p:regular r:id="rId34"/>
      <p:bold r:id="rId35"/>
      <p:italic r:id="rId36"/>
      <p:boldItalic r:id="rId37"/>
    </p:embeddedFont>
    <p:embeddedFont>
      <p:font typeface="Sora Light"/>
      <p:regular r:id="rId38"/>
      <p:bold r:id="rId39"/>
    </p:embeddedFont>
    <p:embeddedFont>
      <p:font typeface="DM Sans Light"/>
      <p:regular r:id="rId40"/>
      <p:bold r:id="rId41"/>
      <p:italic r:id="rId42"/>
      <p:boldItalic r:id="rId43"/>
    </p:embeddedFont>
    <p:embeddedFont>
      <p:font typeface="DM Sans SemiBold"/>
      <p:regular r:id="rId44"/>
      <p:bold r:id="rId45"/>
      <p:italic r:id="rId46"/>
      <p:boldItalic r:id="rId47"/>
    </p:embeddedFont>
    <p:embeddedFont>
      <p:font typeface="Sora ExtraLight"/>
      <p:regular r:id="rId48"/>
      <p:bold r:id="rId49"/>
    </p:embeddedFont>
    <p:embeddedFont>
      <p:font typeface="DM Sans"/>
      <p:regular r:id="rId50"/>
      <p:bold r:id="rId51"/>
      <p:italic r:id="rId52"/>
      <p:boldItalic r:id="rId53"/>
    </p:embeddedFont>
    <p:embeddedFont>
      <p:font typeface="Sora Medium"/>
      <p:regular r:id="rId54"/>
      <p:bold r:id="rId55"/>
    </p:embeddedFont>
    <p:embeddedFont>
      <p:font typeface="IBM Plex Sans SemiBold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regular.fntdata"/><Relationship Id="rId42" Type="http://schemas.openxmlformats.org/officeDocument/2006/relationships/font" Target="fonts/DMSansLight-italic.fntdata"/><Relationship Id="rId41" Type="http://schemas.openxmlformats.org/officeDocument/2006/relationships/font" Target="fonts/DMSansLight-bold.fntdata"/><Relationship Id="rId44" Type="http://schemas.openxmlformats.org/officeDocument/2006/relationships/font" Target="fonts/DMSansSemiBold-regular.fntdata"/><Relationship Id="rId43" Type="http://schemas.openxmlformats.org/officeDocument/2006/relationships/font" Target="fonts/DMSansLight-boldItalic.fntdata"/><Relationship Id="rId46" Type="http://schemas.openxmlformats.org/officeDocument/2006/relationships/font" Target="fonts/DMSansSemiBold-italic.fntdata"/><Relationship Id="rId45" Type="http://schemas.openxmlformats.org/officeDocument/2006/relationships/font" Target="fonts/DM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oraExtraLight-regular.fntdata"/><Relationship Id="rId47" Type="http://schemas.openxmlformats.org/officeDocument/2006/relationships/font" Target="fonts/DMSansSemiBold-boldItalic.fntdata"/><Relationship Id="rId49" Type="http://schemas.openxmlformats.org/officeDocument/2006/relationships/font" Target="fonts/SoraExtra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-boldItalic.fntdata"/><Relationship Id="rId30" Type="http://schemas.openxmlformats.org/officeDocument/2006/relationships/font" Target="fonts/IBMPlexSans-italic.fntdata"/><Relationship Id="rId33" Type="http://schemas.openxmlformats.org/officeDocument/2006/relationships/font" Target="fonts/SoraSemiBold-bold.fntdata"/><Relationship Id="rId32" Type="http://schemas.openxmlformats.org/officeDocument/2006/relationships/font" Target="fonts/SoraSemiBold-regular.fntdata"/><Relationship Id="rId35" Type="http://schemas.openxmlformats.org/officeDocument/2006/relationships/font" Target="fonts/IBMPlexSansMedium-bold.fntdata"/><Relationship Id="rId34" Type="http://schemas.openxmlformats.org/officeDocument/2006/relationships/font" Target="fonts/IBMPlexSansMedium-regular.fntdata"/><Relationship Id="rId37" Type="http://schemas.openxmlformats.org/officeDocument/2006/relationships/font" Target="fonts/IBMPlexSansMedium-boldItalic.fntdata"/><Relationship Id="rId36" Type="http://schemas.openxmlformats.org/officeDocument/2006/relationships/font" Target="fonts/IBMPlexSansMedium-italic.fntdata"/><Relationship Id="rId39" Type="http://schemas.openxmlformats.org/officeDocument/2006/relationships/font" Target="fonts/SoraLight-bold.fntdata"/><Relationship Id="rId38" Type="http://schemas.openxmlformats.org/officeDocument/2006/relationships/font" Target="fonts/SoraLight-regular.fntdata"/><Relationship Id="rId20" Type="http://schemas.openxmlformats.org/officeDocument/2006/relationships/font" Target="fonts/Newsreader-italic.fntdata"/><Relationship Id="rId22" Type="http://schemas.openxmlformats.org/officeDocument/2006/relationships/font" Target="fonts/Sora-regular.fntdata"/><Relationship Id="rId21" Type="http://schemas.openxmlformats.org/officeDocument/2006/relationships/font" Target="fonts/Newsreader-boldItalic.fntdata"/><Relationship Id="rId24" Type="http://schemas.openxmlformats.org/officeDocument/2006/relationships/font" Target="fonts/NewsreaderSemiBold-regular.fntdata"/><Relationship Id="rId23" Type="http://schemas.openxmlformats.org/officeDocument/2006/relationships/font" Target="fonts/Sora-bold.fntdata"/><Relationship Id="rId26" Type="http://schemas.openxmlformats.org/officeDocument/2006/relationships/font" Target="fonts/NewsreaderSemiBold-italic.fntdata"/><Relationship Id="rId25" Type="http://schemas.openxmlformats.org/officeDocument/2006/relationships/font" Target="fonts/NewsreaderSemiBold-bold.fntdata"/><Relationship Id="rId28" Type="http://schemas.openxmlformats.org/officeDocument/2006/relationships/font" Target="fonts/IBMPlexSans-regular.fntdata"/><Relationship Id="rId27" Type="http://schemas.openxmlformats.org/officeDocument/2006/relationships/font" Target="fonts/NewsreaderSemiBold-boldItalic.fntdata"/><Relationship Id="rId29" Type="http://schemas.openxmlformats.org/officeDocument/2006/relationships/font" Target="fonts/IBMPlexSans-bold.fntdata"/><Relationship Id="rId51" Type="http://schemas.openxmlformats.org/officeDocument/2006/relationships/font" Target="fonts/DMSans-bold.fntdata"/><Relationship Id="rId50" Type="http://schemas.openxmlformats.org/officeDocument/2006/relationships/font" Target="fonts/DMSans-regular.fntdata"/><Relationship Id="rId53" Type="http://schemas.openxmlformats.org/officeDocument/2006/relationships/font" Target="fonts/DMSans-boldItalic.fntdata"/><Relationship Id="rId52" Type="http://schemas.openxmlformats.org/officeDocument/2006/relationships/font" Target="fonts/DMSans-italic.fntdata"/><Relationship Id="rId11" Type="http://schemas.openxmlformats.org/officeDocument/2006/relationships/slide" Target="slides/slide5.xml"/><Relationship Id="rId55" Type="http://schemas.openxmlformats.org/officeDocument/2006/relationships/font" Target="fonts/SoraMedium-bold.fntdata"/><Relationship Id="rId10" Type="http://schemas.openxmlformats.org/officeDocument/2006/relationships/slide" Target="slides/slide4.xml"/><Relationship Id="rId54" Type="http://schemas.openxmlformats.org/officeDocument/2006/relationships/font" Target="fonts/SoraMedium-regular.fntdata"/><Relationship Id="rId13" Type="http://schemas.openxmlformats.org/officeDocument/2006/relationships/slide" Target="slides/slide7.xml"/><Relationship Id="rId57" Type="http://schemas.openxmlformats.org/officeDocument/2006/relationships/font" Target="fonts/IBMPlexSansSemiBold-bold.fntdata"/><Relationship Id="rId12" Type="http://schemas.openxmlformats.org/officeDocument/2006/relationships/slide" Target="slides/slide6.xml"/><Relationship Id="rId56" Type="http://schemas.openxmlformats.org/officeDocument/2006/relationships/font" Target="fonts/IBMPlexSansSemiBold-regular.fntdata"/><Relationship Id="rId15" Type="http://schemas.openxmlformats.org/officeDocument/2006/relationships/slide" Target="slides/slide9.xml"/><Relationship Id="rId59" Type="http://schemas.openxmlformats.org/officeDocument/2006/relationships/font" Target="fonts/IBMPlexSansSemiBold-boldItalic.fntdata"/><Relationship Id="rId14" Type="http://schemas.openxmlformats.org/officeDocument/2006/relationships/slide" Target="slides/slide8.xml"/><Relationship Id="rId58" Type="http://schemas.openxmlformats.org/officeDocument/2006/relationships/font" Target="fonts/IBMPlexSansSemiBold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ewsreader-bold.fntdata"/><Relationship Id="rId18" Type="http://schemas.openxmlformats.org/officeDocument/2006/relationships/font" Target="fonts/Newsrea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d43e36555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d43e36555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d43e36555e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d43e36555e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3db21f3842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3db21f3842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d43e36555e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d43e36555e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3d43e36555e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3d43e36555e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d43e36555e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3d43e36555e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d43e36555e_0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3d43e36555e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d43e36555e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d43e36555e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db21f384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3db21f38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d43e36555e_0_1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3d43e36555e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d43e36555e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3d43e36555e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0" name="Google Shape;470;p56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1" name="Google Shape;471;p56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56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73" name="Google Shape;473;p56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474" name="Google Shape;474;p56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75" name="Google Shape;475;p56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476" name="Google Shape;476;p56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477" name="Google Shape;477;p5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78" name="Google Shape;478;p5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9" name="Google Shape;479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0" name="Google Shape;480;p5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1" name="Google Shape;481;p5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2" name="Google Shape;482;p56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483" name="Google Shape;483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4" name="Google Shape;484;p5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5" name="Google Shape;485;p5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6" name="Google Shape;486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7" name="Google Shape;487;p5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8" name="Google Shape;488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9" name="Google Shape;489;p5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0" name="Google Shape;490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1" name="Google Shape;491;p5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92" name="Google Shape;492;p56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493" name="Google Shape;493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4" name="Google Shape;494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95" name="Google Shape;495;p56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96" name="Google Shape;496;p56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57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99" name="Google Shape;499;p5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00" name="Google Shape;500;p5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1" name="Google Shape;501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3" name="Google Shape;503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4" name="Google Shape;504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6" name="Google Shape;506;p5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7" name="Google Shape;507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9" name="Google Shape;509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0" name="Google Shape;510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2" name="Google Shape;512;p5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3" name="Google Shape;513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5" name="Google Shape;515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6" name="Google Shape;516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8" name="Google Shape;518;p5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9" name="Google Shape;519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0" name="Google Shape;520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1" name="Google Shape;521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2" name="Google Shape;522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3" name="Google Shape;523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4" name="Google Shape;524;p5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25" name="Google Shape;525;p57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6" name="Google Shape;526;p57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7" name="Google Shape;527;p57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8" name="Google Shape;528;p57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9" name="Google Shape;529;p57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0" name="Google Shape;530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1" name="Google Shape;531;p57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32" name="Google Shape;532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58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535" name="Google Shape;535;p5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36" name="Google Shape;536;p5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7" name="Google Shape;537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1" name="Google Shape;541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2" name="Google Shape;542;p5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3" name="Google Shape;543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5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5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5" name="Google Shape;555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0" name="Google Shape;560;p5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61" name="Google Shape;561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2" name="Google Shape;562;p58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3" name="Google Shape;563;p58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4" name="Google Shape;564;p58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5" name="Google Shape;565;p58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66" name="Google Shape;566;p58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7" name="Google Shape;567;p5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59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570" name="Google Shape;570;p59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71" name="Google Shape;571;p59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2" name="Google Shape;572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4" name="Google Shape;574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7" name="Google Shape;577;p5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8" name="Google Shape;578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0" name="Google Shape;580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3" name="Google Shape;583;p59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4" name="Google Shape;584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7" name="Google Shape;587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9" name="Google Shape;589;p5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0" name="Google Shape;590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4" name="Google Shape;594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5" name="Google Shape;595;p59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96" name="Google Shape;596;p59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597" name="Google Shape;597;p59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598" name="Google Shape;598;p59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9" name="Google Shape;599;p59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0" name="Google Shape;600;p59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1" name="Google Shape;601;p59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02" name="Google Shape;602;p59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603" name="Google Shape;603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4" name="Google Shape;604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5" name="Google Shape;605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6" name="Google Shape;606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07" name="Google Shape;607;p59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608" name="Google Shape;608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9" name="Google Shape;609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0" name="Google Shape;610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1" name="Google Shape;611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12" name="Google Shape;612;p59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613" name="Google Shape;613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4" name="Google Shape;614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5" name="Google Shape;615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6" name="Google Shape;616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617" name="Google Shape;617;p59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618" name="Google Shape;618;p59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19" name="Google Shape;619;p59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20" name="Google Shape;620;p59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1" name="Google Shape;621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2" name="Google Shape;622;p59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23" name="Google Shape;623;p59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24" name="Google Shape;624;p59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0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7" name="Google Shape;627;p60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8" name="Google Shape;628;p60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9" name="Google Shape;629;p60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0" name="Google Shape;630;p60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1" name="Google Shape;631;p60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632" name="Google Shape;632;p60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60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4" name="Google Shape;634;p60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5" name="Google Shape;635;p60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60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7" name="Google Shape;637;p60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38" name="Google Shape;638;p60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39" name="Google Shape;639;p60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640" name="Google Shape;640;p60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1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5" name="Google Shape;645;p61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6" name="Google Shape;646;p61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7" name="Google Shape;647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8" name="Google Shape;648;p61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649" name="Google Shape;649;p6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0" name="Google Shape;650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53" name="Google Shape;653;p62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654" name="Google Shape;654;p62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655" name="Google Shape;655;p62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656" name="Google Shape;656;p6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7" name="Google Shape;657;p6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8" name="Google Shape;658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9" name="Google Shape;659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0" name="Google Shape;660;p6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61" name="Google Shape;661;p62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662" name="Google Shape;662;p6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3" name="Google Shape;663;p6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4" name="Google Shape;664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5" name="Google Shape;665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6" name="Google Shape;666;p6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7" name="Google Shape;667;p62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8" name="Google Shape;668;p62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62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0" name="Google Shape;670;p62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1" name="Google Shape;671;p6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2" name="Google Shape;672;p6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3" name="Google Shape;673;p6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3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6" name="Google Shape;676;p63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7" name="Google Shape;677;p63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678" name="Google Shape;678;p63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9" name="Google Shape;679;p63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64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682" name="Google Shape;682;p6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83" name="Google Shape;683;p6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6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6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6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7" name="Google Shape;687;p6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8" name="Google Shape;688;p6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89" name="Google Shape;689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1" name="Google Shape;691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2" name="Google Shape;692;p6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3" name="Google Shape;693;p6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94" name="Google Shape;694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7" name="Google Shape;697;p6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8" name="Google Shape;698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9" name="Google Shape;699;p64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00" name="Google Shape;70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3" name="Google Shape;703;p65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704" name="Google Shape;704;p65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705" name="Google Shape;705;p65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8" name="Google Shape;708;p65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65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65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1" name="Google Shape;711;p65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65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65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4" name="Google Shape;714;p65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715" name="Google Shape;715;p65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716" name="Google Shape;716;p65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717" name="Google Shape;717;p65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6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0" name="Google Shape;720;p66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721" name="Google Shape;721;p6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22" name="Google Shape;722;p6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23" name="Google Shape;723;p6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6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5" name="Google Shape;725;p6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6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7" name="Google Shape;727;p6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8" name="Google Shape;728;p6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6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0" name="Google Shape;730;p66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31" name="Google Shape;731;p6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2" name="Google Shape;732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33" name="Google Shape;733;p6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4" name="Google Shape;734;p6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7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37" name="Google Shape;737;p67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738" name="Google Shape;738;p67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39" name="Google Shape;739;p67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740" name="Google Shape;740;p67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1" name="Google Shape;741;p67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2" name="Google Shape;742;p67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3" name="Google Shape;743;p67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4" name="Google Shape;744;p67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45" name="Google Shape;745;p67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6" name="Google Shape;746;p67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8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9" name="Google Shape;749;p68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50" name="Google Shape;750;p68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751" name="Google Shape;751;p68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752" name="Google Shape;752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4" name="Google Shape;75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5" name="Google Shape;755;p68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6" name="Google Shape;756;p68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757" name="Google Shape;757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8" name="Google Shape;758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9" name="Google Shape;759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0" name="Google Shape;760;p68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1" name="Google Shape;761;p68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762" name="Google Shape;762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3" name="Google Shape;76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4" name="Google Shape;76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68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66" name="Google Shape;766;p68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767" name="Google Shape;767;p68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768" name="Google Shape;768;p68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9" name="Google Shape;769;p68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0" name="Google Shape;770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1" name="Google Shape;771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9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4" name="Google Shape;774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5" name="Google Shape;775;p69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76" name="Google Shape;776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0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9" name="Google Shape;779;p7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0" name="Google Shape;780;p70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1" name="Google Shape;781;p70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2" name="Google Shape;782;p70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3" name="Google Shape;783;p70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4" name="Google Shape;784;p70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5" name="Google Shape;785;p7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70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7" name="Google Shape;787;p70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9" name="Google Shape;789;p70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0" name="Google Shape;790;p70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1" name="Google Shape;791;p70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2" name="Google Shape;792;p70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3" name="Google Shape;793;p70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4" name="Google Shape;794;p70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5" name="Google Shape;795;p70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6" name="Google Shape;796;p70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7" name="Google Shape;797;p70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98" name="Google Shape;798;p70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1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1" name="Google Shape;801;p7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2" name="Google Shape;802;p71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3" name="Google Shape;803;p71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4" name="Google Shape;804;p71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05" name="Google Shape;805;p71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6" name="Google Shape;806;p71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7" name="Google Shape;807;p71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8" name="Google Shape;808;p71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9" name="Google Shape;809;p71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0" name="Google Shape;810;p71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1" name="Google Shape;811;p7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2" name="Google Shape;812;p71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3" name="Google Shape;813;p71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4" name="Google Shape;814;p71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5" name="Google Shape;815;p71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6" name="Google Shape;816;p71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7" name="Google Shape;817;p71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8" name="Google Shape;818;p71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9" name="Google Shape;819;p71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0" name="Google Shape;820;p71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3" name="Google Shape;823;p72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4" name="Google Shape;824;p72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25" name="Google Shape;825;p72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826" name="Google Shape;826;p7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27" name="Google Shape;827;p7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8" name="Google Shape;828;p7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9" name="Google Shape;829;p7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0" name="Google Shape;830;p7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1" name="Google Shape;831;p7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32" name="Google Shape;832;p7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33" name="Google Shape;833;p7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4" name="Google Shape;834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5" name="Google Shape;835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6" name="Google Shape;836;p7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37" name="Google Shape;837;p7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38" name="Google Shape;838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9" name="Google Shape;839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40" name="Google Shape;840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41" name="Google Shape;841;p7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42" name="Google Shape;842;p72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3" name="Google Shape;843;p72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4" name="Google Shape;844;p72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72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72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72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8" name="Google Shape;848;p72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9" name="Google Shape;849;p72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0" name="Google Shape;850;p72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51" name="Google Shape;851;p72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2" name="Google Shape;852;p72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3" name="Google Shape;853;p72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4" name="Google Shape;854;p72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5" name="Google Shape;855;p72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3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8" name="Google Shape;858;p73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9" name="Google Shape;859;p73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0" name="Google Shape;860;p73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1" name="Google Shape;861;p73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2" name="Google Shape;862;p73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3" name="Google Shape;863;p73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4" name="Google Shape;864;p73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5" name="Google Shape;865;p73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6" name="Google Shape;866;p73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7" name="Google Shape;867;p73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8" name="Google Shape;868;p73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9" name="Google Shape;869;p73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0" name="Google Shape;870;p73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1" name="Google Shape;871;p73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2" name="Google Shape;872;p73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3" name="Google Shape;873;p73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4" name="Google Shape;874;p73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77" name="Google Shape;877;p74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878" name="Google Shape;878;p74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79" name="Google Shape;879;p7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80" name="Google Shape;880;p74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1" name="Google Shape;881;p7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2" name="Google Shape;882;p7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3" name="Google Shape;883;p74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4" name="Google Shape;884;p7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6" name="Google Shape;886;p7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7" name="Google Shape;887;p7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8" name="Google Shape;888;p74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89" name="Google Shape;889;p7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90" name="Google Shape;890;p7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7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93" name="Google Shape;893;p7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94" name="Google Shape;894;p7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5" name="Google Shape;895;p7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6" name="Google Shape;896;p7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7" name="Google Shape;897;p7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8" name="Google Shape;898;p7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9" name="Google Shape;899;p7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00" name="Google Shape;900;p7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1" name="Google Shape;901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2" name="Google Shape;902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3" name="Google Shape;903;p7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04" name="Google Shape;904;p7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05" name="Google Shape;905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6" name="Google Shape;906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7" name="Google Shape;907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8" name="Google Shape;908;p7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09" name="Google Shape;909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0" name="Google Shape;910;p75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1" name="Google Shape;911;p75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2" name="Google Shape;912;p75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13" name="Google Shape;913;p75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14" name="Google Shape;914;p75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915" name="Google Shape;915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76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918" name="Google Shape;918;p76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919" name="Google Shape;919;p76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0" name="Google Shape;920;p76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1" name="Google Shape;921;p76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2" name="Google Shape;922;p76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3" name="Google Shape;923;p76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4" name="Google Shape;924;p76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25" name="Google Shape;925;p7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6" name="Google Shape;926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7" name="Google Shape;927;p7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8" name="Google Shape;928;p76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9" name="Google Shape;929;p76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30" name="Google Shape;930;p7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1" name="Google Shape;931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2" name="Google Shape;932;p7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3" name="Google Shape;933;p76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34" name="Google Shape;934;p76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76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76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37" name="Google Shape;937;p76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938" name="Google Shape;938;p76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76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76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76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2" name="Google Shape;942;p76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3" name="Google Shape;943;p76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4" name="Google Shape;944;p76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5" name="Google Shape;945;p76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6" name="Google Shape;946;p76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7" name="Google Shape;947;p76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8" name="Google Shape;948;p7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9" name="Google Shape;949;p76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50" name="Google Shape;950;p76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51" name="Google Shape;951;p76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52" name="Google Shape;952;p7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77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955" name="Google Shape;955;p77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956" name="Google Shape;956;p77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957" name="Google Shape;957;p77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8" name="Google Shape;958;p77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9" name="Google Shape;959;p77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0" name="Google Shape;960;p77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1" name="Google Shape;961;p77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2" name="Google Shape;962;p7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3" name="Google Shape;963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4" name="Google Shape;964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5" name="Google Shape;965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8" name="Google Shape;968;p77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969" name="Google Shape;969;p77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0" name="Google Shape;970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1" name="Google Shape;971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3" name="Google Shape;973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4" name="Google Shape;974;p7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5" name="Google Shape;975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6" name="Google Shape;976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8" name="Google Shape;978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79" name="Google Shape;979;p77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980" name="Google Shape;980;p77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981" name="Google Shape;981;p7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82" name="Google Shape;982;p7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3" name="Google Shape;983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4" name="Google Shape;984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5" name="Google Shape;985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6" name="Google Shape;986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7" name="Google Shape;987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8" name="Google Shape;988;p7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9" name="Google Shape;989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0" name="Google Shape;990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1" name="Google Shape;991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2" name="Google Shape;992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4" name="Google Shape;994;p7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5" name="Google Shape;995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6" name="Google Shape;996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7" name="Google Shape;997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8" name="Google Shape;998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9" name="Google Shape;999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0" name="Google Shape;1000;p7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01" name="Google Shape;1001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2" name="Google Shape;1002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3" name="Google Shape;1003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4" name="Google Shape;1004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5" name="Google Shape;1005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06" name="Google Shape;1006;p7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07" name="Google Shape;1007;p77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8" name="Google Shape;1008;p77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9" name="Google Shape;1009;p77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0" name="Google Shape;1010;p77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2" name="Google Shape;1012;p77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13" name="Google Shape;1013;p77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4" name="Google Shape;1014;p77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5" name="Google Shape;1015;p77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6" name="Google Shape;1016;p77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7" name="Google Shape;1017;p77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8" name="Google Shape;1018;p77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9" name="Google Shape;1019;p77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0" name="Google Shape;1020;p77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1" name="Google Shape;1021;p77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2" name="Google Shape;1022;p77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3" name="Google Shape;1023;p77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8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6" name="Google Shape;1026;p78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027" name="Google Shape;1027;p78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8" name="Google Shape;1028;p78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9" name="Google Shape;1029;p78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0" name="Google Shape;1030;p78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1" name="Google Shape;1031;p78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2" name="Google Shape;1032;p78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33" name="Google Shape;1033;p7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4" name="Google Shape;1034;p78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5" name="Google Shape;1035;p78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6" name="Google Shape;1036;p78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7" name="Google Shape;1037;p78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8" name="Google Shape;1038;p78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9" name="Google Shape;1039;p78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0" name="Google Shape;1040;p78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1" name="Google Shape;1041;p78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2" name="Google Shape;1042;p78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9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5" name="Google Shape;1045;p79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6" name="Google Shape;1046;p79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7" name="Google Shape;1047;p79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48" name="Google Shape;1048;p79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49" name="Google Shape;1049;p7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0" name="Google Shape;1050;p79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51" name="Google Shape;1051;p79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80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054" name="Google Shape;1054;p80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055" name="Google Shape;1055;p80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6" name="Google Shape;1056;p80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7" name="Google Shape;1057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58" name="Google Shape;1058;p80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059" name="Google Shape;1059;p8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0" name="Google Shape;1060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1" name="Google Shape;1061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62" name="Google Shape;1062;p80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063" name="Google Shape;1063;p80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4" name="Google Shape;1064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5" name="Google Shape;1065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66" name="Google Shape;1066;p80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067" name="Google Shape;1067;p80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8" name="Google Shape;1068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069" name="Google Shape;1069;p80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070" name="Google Shape;1070;p8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1" name="Google Shape;1071;p80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2" name="Google Shape;1072;p80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73" name="Google Shape;1073;p80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4" name="Google Shape;1074;p80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75" name="Google Shape;1075;p80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6" name="Google Shape;1076;p80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7" name="Google Shape;1077;p80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8" name="Google Shape;1078;p80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9" name="Google Shape;1079;p80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80" name="Google Shape;1080;p80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81" name="Google Shape;1081;p8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3" name="Google Shape;1083;p81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084" name="Google Shape;1084;p8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85" name="Google Shape;1085;p81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086" name="Google Shape;1086;p8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7" name="Google Shape;1087;p8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88" name="Google Shape;1088;p8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89" name="Google Shape;1089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0" name="Google Shape;1090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1" name="Google Shape;1091;p8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92" name="Google Shape;1092;p8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93" name="Google Shape;1093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4" name="Google Shape;1094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95" name="Google Shape;1095;p8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96" name="Google Shape;1096;p81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7" name="Google Shape;1097;p81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8" name="Google Shape;1098;p8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9" name="Google Shape;1099;p81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0" name="Google Shape;1100;p81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1" name="Google Shape;1101;p81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2" name="Google Shape;1102;p81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3" name="Google Shape;1103;p81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4" name="Google Shape;1104;p81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105" name="Google Shape;1105;p81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106" name="Google Shape;1106;p8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107" name="Google Shape;1107;p81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108" name="Google Shape;1108;p81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109" name="Google Shape;1109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0" name="Google Shape;1110;p81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111" name="Google Shape;1111;p8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112" name="Google Shape;1112;p8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113" name="Google Shape;1113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4" name="Google Shape;1114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5" name="Google Shape;1115;p8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116" name="Google Shape;1116;p8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117" name="Google Shape;1117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8" name="Google Shape;1118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119" name="Google Shape;1119;p8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20" name="Google Shape;1120;p81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21" name="Google Shape;1121;p81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22" name="Google Shape;1122;p81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123" name="Google Shape;1123;p8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81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5" name="Google Shape;1125;p81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6" name="Google Shape;1126;p81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27" name="Google Shape;1127;p81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8" name="Google Shape;1128;p81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9" name="Google Shape;1129;p81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0" name="Google Shape;1130;p81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1" name="Google Shape;1131;p8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2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4" name="Google Shape;1134;p82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5" name="Google Shape;1135;p82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6" name="Google Shape;1136;p82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137" name="Google Shape;1137;p82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38" name="Google Shape;1138;p82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39" name="Google Shape;1139;p82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0" name="Google Shape;1140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1" name="Google Shape;1141;p82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42" name="Google Shape;1142;p82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3" name="Google Shape;1143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4" name="Google Shape;1144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5" name="Google Shape;1145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6" name="Google Shape;1146;p82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47" name="Google Shape;1147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8" name="Google Shape;1148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9" name="Google Shape;1149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50" name="Google Shape;1150;p82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51" name="Google Shape;1151;p82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2" name="Google Shape;1152;p82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3" name="Google Shape;1153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4" name="Google Shape;1154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5" name="Google Shape;1155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56" name="Google Shape;1156;p82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7" name="Google Shape;1157;p82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8" name="Google Shape;1158;p82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9" name="Google Shape;1159;p82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0" name="Google Shape;1160;p8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1" name="Google Shape;1161;p82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2" name="Google Shape;1162;p82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63" name="Google Shape;1163;p82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4" name="Google Shape;1164;p82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5" name="Google Shape;1165;p82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p82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8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3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0" name="Google Shape;1170;p83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1" name="Google Shape;1171;p83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2" name="Google Shape;1172;p83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3" name="Google Shape;1173;p83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4" name="Google Shape;1174;p83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175" name="Google Shape;1175;p83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76" name="Google Shape;1176;p83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77" name="Google Shape;1177;p83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78" name="Google Shape;1178;p83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9" name="Google Shape;1179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0" name="Google Shape;1180;p83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81" name="Google Shape;1181;p83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2" name="Google Shape;1182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3" name="Google Shape;1183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4" name="Google Shape;1184;p8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5" name="Google Shape;1185;p83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86" name="Google Shape;1186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7" name="Google Shape;1187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8" name="Google Shape;1188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9" name="Google Shape;1189;p83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90" name="Google Shape;1190;p83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1" name="Google Shape;1191;p83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2" name="Google Shape;1192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3" name="Google Shape;1193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4" name="Google Shape;1194;p8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95" name="Google Shape;1195;p83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6" name="Google Shape;1196;p83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7" name="Google Shape;1197;p83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8" name="Google Shape;1198;p83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9" name="Google Shape;1199;p83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0" name="Google Shape;1200;p83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1" name="Google Shape;1201;p83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2" name="Google Shape;1202;p83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3" name="Google Shape;1203;p83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4" name="Google Shape;1204;p83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5" name="Google Shape;1205;p83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6" name="Google Shape;1206;p83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7" name="Google Shape;1207;p83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8" name="Google Shape;1208;p83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11" name="Google Shape;1211;p84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212" name="Google Shape;1212;p84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213" name="Google Shape;1213;p8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14" name="Google Shape;1214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5" name="Google Shape;1215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6" name="Google Shape;1216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7" name="Google Shape;1217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18" name="Google Shape;1218;p8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19" name="Google Shape;1219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0" name="Google Shape;1220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1" name="Google Shape;1221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2" name="Google Shape;1222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3" name="Google Shape;1223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24" name="Google Shape;1224;p84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225" name="Google Shape;1225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6" name="Google Shape;1226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7" name="Google Shape;1227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8" name="Google Shape;1228;p84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29" name="Google Shape;1229;p84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230" name="Google Shape;1230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1" name="Google Shape;1231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2" name="Google Shape;1232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3" name="Google Shape;1233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34" name="Google Shape;1234;p8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35" name="Google Shape;1235;p84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6" name="Google Shape;1236;p84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7" name="Google Shape;1237;p84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8" name="Google Shape;1238;p84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9" name="Google Shape;1239;p8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0" name="Google Shape;1240;p8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1" name="Google Shape;1241;p8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2" name="Google Shape;1242;p84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3" name="Google Shape;1243;p84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4" name="Google Shape;1244;p8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5" name="Google Shape;1245;p8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8" name="Google Shape;1248;p8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3" name="Google Shape;1253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6" name="Google Shape;1256;p8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7" name="Google Shape;1257;p8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2" name="Google Shape;1262;p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7" name="Google Shape;1267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8" name="Google Shape;1268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9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4" name="Google Shape;1274;p9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5" name="Google Shape;1275;p9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6" name="Google Shape;1276;p9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7" name="Google Shape;1277;p9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8" name="Google Shape;1278;p9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9" name="Google Shape;1279;p9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" name="Google Shape;1282;p9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3" name="Google Shape;1283;p9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6" name="Google Shape;1286;p9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7" name="Google Shape;1287;p9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8" name="Google Shape;1288;p9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9" name="Google Shape;1289;p9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2" name="Google Shape;1292;p9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3" name="Google Shape;1293;p9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4" name="Google Shape;1294;p9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5" name="Google Shape;1295;p9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6" name="Google Shape;1296;p9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7" name="Google Shape;1297;p9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0" name="Google Shape;1300;p9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1" name="Google Shape;1301;p9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2" name="Google Shape;1302;p9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3" name="Google Shape;1303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4" name="Google Shape;1304;p9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5" name="Google Shape;1305;p9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6" name="Google Shape;1306;p9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7" name="Google Shape;1307;p9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0" name="Google Shape;1310;p10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0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3" name="Google Shape;1313;p10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0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7" name="Google Shape;1317;p10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8" name="Google Shape;1318;p10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1" name="Google Shape;1321;p10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2" name="Google Shape;1322;p10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3" name="Google Shape;1323;p10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4" name="Google Shape;1324;p10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5" name="Google Shape;1325;p10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6" name="Google Shape;1326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10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8" name="Google Shape;1328;p10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9" name="Google Shape;1329;p10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4" name="Google Shape;1334;p10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10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0" name="Google Shape;1340;p10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1" name="Google Shape;1341;p10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2" name="Google Shape;1342;p10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98.xml"/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48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2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55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67" name="Google Shape;467;p55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  <p:sldLayoutId id="2147483740" r:id="rId40"/>
    <p:sldLayoutId id="2147483741" r:id="rId41"/>
    <p:sldLayoutId id="2147483742" r:id="rId42"/>
    <p:sldLayoutId id="2147483743" r:id="rId43"/>
    <p:sldLayoutId id="2147483744" r:id="rId44"/>
    <p:sldLayoutId id="2147483745" r:id="rId45"/>
    <p:sldLayoutId id="2147483746" r:id="rId46"/>
    <p:sldLayoutId id="2147483747" r:id="rId47"/>
    <p:sldLayoutId id="2147483748" r:id="rId48"/>
    <p:sldLayoutId id="2147483749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ikeJCalle/RecSo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RecSort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48" name="Google Shape;1348;p105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The Recursive Sorting Expression Compiler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By Michael Calle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9" name="Google Shape;1349;p105"/>
          <p:cNvSpPr txBox="1"/>
          <p:nvPr>
            <p:ph idx="4294967295" type="title"/>
          </p:nvPr>
        </p:nvSpPr>
        <p:spPr>
          <a:xfrm>
            <a:off x="130200" y="155700"/>
            <a:ext cx="1854900" cy="3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Final version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06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5" name="Google Shape;1355;p106"/>
          <p:cNvSpPr/>
          <p:nvPr/>
        </p:nvSpPr>
        <p:spPr>
          <a:xfrm>
            <a:off x="29795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6" name="Google Shape;1356;p106"/>
          <p:cNvSpPr/>
          <p:nvPr/>
        </p:nvSpPr>
        <p:spPr>
          <a:xfrm rot="10800000">
            <a:off x="29500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7" name="Google Shape;1357;p106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8" name="Google Shape;1358;p106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9" name="Google Shape;1359;p106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60" name="Google Shape;1360;p106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10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362" name="Google Shape;1362;p106"/>
          <p:cNvSpPr txBox="1"/>
          <p:nvPr>
            <p:ph idx="8" type="subTitle"/>
          </p:nvPr>
        </p:nvSpPr>
        <p:spPr>
          <a:xfrm>
            <a:off x="3582450" y="30621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Language</a:t>
            </a:r>
            <a:endParaRPr/>
          </a:p>
        </p:txBody>
      </p:sp>
      <p:sp>
        <p:nvSpPr>
          <p:cNvPr id="1363" name="Google Shape;1363;p106"/>
          <p:cNvSpPr txBox="1"/>
          <p:nvPr>
            <p:ph idx="5" type="title"/>
          </p:nvPr>
        </p:nvSpPr>
        <p:spPr>
          <a:xfrm>
            <a:off x="-67176" y="304611"/>
            <a:ext cx="2129700" cy="612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Introduction</a:t>
            </a:r>
            <a:endParaRPr sz="2300"/>
          </a:p>
        </p:txBody>
      </p:sp>
      <p:sp>
        <p:nvSpPr>
          <p:cNvPr id="1364" name="Google Shape;1364;p106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65" name="Google Shape;1365;p106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66" name="Google Shape;1366;p106"/>
          <p:cNvSpPr txBox="1"/>
          <p:nvPr/>
        </p:nvSpPr>
        <p:spPr>
          <a:xfrm>
            <a:off x="31538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67" name="Google Shape;1367;p106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sp>
        <p:nvSpPr>
          <p:cNvPr id="1368" name="Google Shape;1368;p106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make the process of </a:t>
            </a:r>
            <a:r>
              <a:rPr lang="en"/>
              <a:t>coding</a:t>
            </a:r>
            <a:r>
              <a:rPr lang="en"/>
              <a:t> sorting in python easier to </a:t>
            </a:r>
            <a:r>
              <a:rPr lang="en"/>
              <a:t>recursively</a:t>
            </a:r>
            <a:r>
              <a:rPr lang="en"/>
              <a:t> sorting lists with a single line call.</a:t>
            </a:r>
            <a:endParaRPr/>
          </a:p>
        </p:txBody>
      </p:sp>
      <p:sp>
        <p:nvSpPr>
          <p:cNvPr id="1369" name="Google Shape;1369;p106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</a:t>
            </a:r>
            <a:endParaRPr/>
          </a:p>
        </p:txBody>
      </p:sp>
      <p:sp>
        <p:nvSpPr>
          <p:cNvPr id="1370" name="Google Shape;1370;p106"/>
          <p:cNvSpPr txBox="1"/>
          <p:nvPr>
            <p:ph idx="2" type="body"/>
          </p:nvPr>
        </p:nvSpPr>
        <p:spPr>
          <a:xfrm>
            <a:off x="35824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was chosen so it can be given an actual native way to express recursive sorting in a </a:t>
            </a:r>
            <a:r>
              <a:rPr lang="en"/>
              <a:t>coherent</a:t>
            </a:r>
            <a:r>
              <a:rPr lang="en"/>
              <a:t> way</a:t>
            </a:r>
            <a:endParaRPr/>
          </a:p>
        </p:txBody>
      </p:sp>
      <p:sp>
        <p:nvSpPr>
          <p:cNvPr id="1371" name="Google Shape;1371;p106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compiler utilizes a compact sort </a:t>
            </a:r>
            <a:r>
              <a:rPr lang="en"/>
              <a:t>declaration</a:t>
            </a:r>
            <a:r>
              <a:rPr lang="en"/>
              <a:t> language script. This lets the compiler emit ready to import python function that sorts elements recursively.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07"/>
          <p:cNvSpPr/>
          <p:nvPr/>
        </p:nvSpPr>
        <p:spPr>
          <a:xfrm rot="10800000">
            <a:off x="275838" y="965275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7" name="Google Shape;1377;p107"/>
          <p:cNvSpPr/>
          <p:nvPr/>
        </p:nvSpPr>
        <p:spPr>
          <a:xfrm>
            <a:off x="305325" y="24094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8" name="Google Shape;1378;p107"/>
          <p:cNvSpPr/>
          <p:nvPr/>
        </p:nvSpPr>
        <p:spPr>
          <a:xfrm rot="10800000">
            <a:off x="275775" y="24093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9" name="Google Shape;1379;p107"/>
          <p:cNvSpPr/>
          <p:nvPr/>
        </p:nvSpPr>
        <p:spPr>
          <a:xfrm>
            <a:off x="3769901" y="965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0" name="Google Shape;1380;p107"/>
          <p:cNvSpPr/>
          <p:nvPr/>
        </p:nvSpPr>
        <p:spPr>
          <a:xfrm rot="10800000">
            <a:off x="3742787" y="96520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1" name="Google Shape;1381;p107"/>
          <p:cNvSpPr/>
          <p:nvPr/>
        </p:nvSpPr>
        <p:spPr>
          <a:xfrm>
            <a:off x="275838" y="965275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82" name="Google Shape;1382;p107"/>
          <p:cNvCxnSpPr/>
          <p:nvPr/>
        </p:nvCxnSpPr>
        <p:spPr>
          <a:xfrm>
            <a:off x="19420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107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384" name="Google Shape;1384;p107"/>
          <p:cNvSpPr txBox="1"/>
          <p:nvPr>
            <p:ph idx="8" type="subTitle"/>
          </p:nvPr>
        </p:nvSpPr>
        <p:spPr>
          <a:xfrm>
            <a:off x="908200" y="25053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Multi-block .nst files</a:t>
            </a:r>
            <a:endParaRPr/>
          </a:p>
        </p:txBody>
      </p:sp>
      <p:sp>
        <p:nvSpPr>
          <p:cNvPr id="1385" name="Google Shape;1385;p107"/>
          <p:cNvSpPr txBox="1"/>
          <p:nvPr>
            <p:ph idx="5" type="title"/>
          </p:nvPr>
        </p:nvSpPr>
        <p:spPr>
          <a:xfrm>
            <a:off x="-124326" y="304611"/>
            <a:ext cx="2129700" cy="612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New Changes</a:t>
            </a:r>
            <a:endParaRPr sz="2300"/>
          </a:p>
        </p:txBody>
      </p:sp>
      <p:sp>
        <p:nvSpPr>
          <p:cNvPr id="1386" name="Google Shape;1386;p107"/>
          <p:cNvSpPr txBox="1"/>
          <p:nvPr>
            <p:ph idx="7" type="subTitle"/>
          </p:nvPr>
        </p:nvSpPr>
        <p:spPr>
          <a:xfrm>
            <a:off x="908263" y="1061300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keywords</a:t>
            </a:r>
            <a:endParaRPr/>
          </a:p>
        </p:txBody>
      </p:sp>
      <p:sp>
        <p:nvSpPr>
          <p:cNvPr id="1387" name="Google Shape;1387;p107"/>
          <p:cNvSpPr txBox="1"/>
          <p:nvPr>
            <p:ph idx="1" type="body"/>
          </p:nvPr>
        </p:nvSpPr>
        <p:spPr>
          <a:xfrm>
            <a:off x="908263" y="1404325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table, limit &lt;N&gt;, group-by &lt;key&gt;, on-missing skip|stop|log — all handled by parser and code-gen.</a:t>
            </a:r>
            <a:endParaRPr/>
          </a:p>
        </p:txBody>
      </p:sp>
      <p:sp>
        <p:nvSpPr>
          <p:cNvPr id="1388" name="Google Shape;1388;p107"/>
          <p:cNvSpPr txBox="1"/>
          <p:nvPr>
            <p:ph idx="9" type="subTitle"/>
          </p:nvPr>
        </p:nvSpPr>
        <p:spPr>
          <a:xfrm>
            <a:off x="4368125" y="1061225"/>
            <a:ext cx="2499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flag + Checker module</a:t>
            </a:r>
            <a:endParaRPr/>
          </a:p>
        </p:txBody>
      </p:sp>
      <p:sp>
        <p:nvSpPr>
          <p:cNvPr id="1389" name="Google Shape;1389;p107"/>
          <p:cNvSpPr txBox="1"/>
          <p:nvPr>
            <p:ph idx="2" type="body"/>
          </p:nvPr>
        </p:nvSpPr>
        <p:spPr>
          <a:xfrm>
            <a:off x="908200" y="28483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file can now hold multiple sort blocks — each compiles to its own function in the same .py output.</a:t>
            </a:r>
            <a:endParaRPr/>
          </a:p>
        </p:txBody>
      </p:sp>
      <p:sp>
        <p:nvSpPr>
          <p:cNvPr id="1390" name="Google Shape;1390;p107"/>
          <p:cNvSpPr txBox="1"/>
          <p:nvPr>
            <p:ph idx="3" type="body"/>
          </p:nvPr>
        </p:nvSpPr>
        <p:spPr>
          <a:xfrm>
            <a:off x="4368113" y="14042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 compiled output against a real JSON file. Reports null counts, sort verification, and runtime errors.</a:t>
            </a:r>
            <a:endParaRPr/>
          </a:p>
        </p:txBody>
      </p:sp>
      <p:sp>
        <p:nvSpPr>
          <p:cNvPr id="1391" name="Google Shape;1391;p107"/>
          <p:cNvSpPr/>
          <p:nvPr/>
        </p:nvSpPr>
        <p:spPr>
          <a:xfrm>
            <a:off x="3771125" y="2409388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92" name="Google Shape;1392;p107"/>
          <p:cNvSpPr/>
          <p:nvPr/>
        </p:nvSpPr>
        <p:spPr>
          <a:xfrm rot="10800000">
            <a:off x="3741575" y="2409338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93" name="Google Shape;1393;p107"/>
          <p:cNvSpPr txBox="1"/>
          <p:nvPr>
            <p:ph idx="8" type="subTitle"/>
          </p:nvPr>
        </p:nvSpPr>
        <p:spPr>
          <a:xfrm>
            <a:off x="4374000" y="2505313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Dot-notation key paths</a:t>
            </a:r>
            <a:endParaRPr/>
          </a:p>
        </p:txBody>
      </p:sp>
      <p:sp>
        <p:nvSpPr>
          <p:cNvPr id="1394" name="Google Shape;1394;p107"/>
          <p:cNvSpPr txBox="1"/>
          <p:nvPr>
            <p:ph idx="2" type="body"/>
          </p:nvPr>
        </p:nvSpPr>
        <p:spPr>
          <a:xfrm>
            <a:off x="4374000" y="2848338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keys like customer.name compile to safe chained .get() calls, so no KeyError on missing intermediates.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08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400" name="Google Shape;1400;p10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Step 1: Lexer And Parser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01" name="Google Shape;1401;p10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Step 3: Code Generation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02" name="Google Shape;1402;p108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compiler works</a:t>
            </a:r>
            <a:endParaRPr/>
          </a:p>
        </p:txBody>
      </p:sp>
      <p:sp>
        <p:nvSpPr>
          <p:cNvPr id="1403" name="Google Shape;1403;p10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Semantic Analysis</a:t>
            </a:r>
            <a:endParaRPr/>
          </a:p>
        </p:txBody>
      </p:sp>
      <p:sp>
        <p:nvSpPr>
          <p:cNvPr id="1404" name="Google Shape;1404;p10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parser is responsible for building the recursive tree AST that mirrors the nesting structure of the given data.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05" name="Google Shape;1405;p10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Emits a clean, commented Python .py function using _Desc helper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06" name="Google Shape;1406;p10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source, which is a .nst file, is </a:t>
            </a:r>
            <a:r>
              <a:rPr lang="en"/>
              <a:t>tokenized</a:t>
            </a:r>
            <a:r>
              <a:rPr lang="en"/>
              <a:t> by the lexer into indent sensitive tokens. 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07" name="Google Shape;1407;p10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Validates the keys and cycles, checks for dangling sorts and cycles, and then duplicates possible names and </a:t>
            </a:r>
            <a:r>
              <a:rPr lang="en"/>
              <a:t>warnings.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08" name="Google Shape;1408;p108"/>
          <p:cNvSpPr txBox="1"/>
          <p:nvPr>
            <p:ph idx="8" type="body"/>
          </p:nvPr>
        </p:nvSpPr>
        <p:spPr>
          <a:xfrm>
            <a:off x="2634200" y="3347548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no </a:t>
            </a:r>
            <a:r>
              <a:rPr lang="en"/>
              <a:t>undeclared</a:t>
            </a:r>
            <a:r>
              <a:rPr lang="en"/>
              <a:t> state keys, reachable sort levels, and no </a:t>
            </a:r>
            <a:r>
              <a:rPr lang="en"/>
              <a:t>ambiguous</a:t>
            </a:r>
            <a:r>
              <a:rPr lang="en"/>
              <a:t> key directions are present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409" name="Google Shape;1409;p108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108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9"/>
          <p:cNvSpPr txBox="1"/>
          <p:nvPr>
            <p:ph idx="14" type="title"/>
          </p:nvPr>
        </p:nvSpPr>
        <p:spPr>
          <a:xfrm>
            <a:off x="234125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416" name="Google Shape;1416;p109"/>
          <p:cNvSpPr txBox="1"/>
          <p:nvPr>
            <p:ph idx="3" type="title"/>
          </p:nvPr>
        </p:nvSpPr>
        <p:spPr>
          <a:xfrm>
            <a:off x="234125" y="1465950"/>
            <a:ext cx="19392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NEW .nst syntax concept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417" name="Google Shape;1417;p109"/>
          <p:cNvSpPr txBox="1"/>
          <p:nvPr>
            <p:ph idx="2" type="title"/>
          </p:nvPr>
        </p:nvSpPr>
        <p:spPr>
          <a:xfrm>
            <a:off x="115025" y="502775"/>
            <a:ext cx="60555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r>
              <a:rPr lang="en"/>
              <a:t> Syntax &amp; Features</a:t>
            </a:r>
            <a:endParaRPr/>
          </a:p>
        </p:txBody>
      </p:sp>
      <p:sp>
        <p:nvSpPr>
          <p:cNvPr id="1418" name="Google Shape;1418;p109"/>
          <p:cNvSpPr txBox="1"/>
          <p:nvPr>
            <p:ph idx="4" type="title"/>
          </p:nvPr>
        </p:nvSpPr>
        <p:spPr>
          <a:xfrm>
            <a:off x="4034375" y="1465950"/>
            <a:ext cx="1834500" cy="5202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1419" name="Google Shape;1419;p109"/>
          <p:cNvSpPr txBox="1"/>
          <p:nvPr>
            <p:ph idx="1" type="body"/>
          </p:nvPr>
        </p:nvSpPr>
        <p:spPr>
          <a:xfrm>
            <a:off x="115025" y="2049325"/>
            <a:ext cx="2214900" cy="2196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&lt;name&gt;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by &lt;key&gt; asc|desc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by &lt;key.nested&gt; asc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then &lt;list-key&gt; # sub-sort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by &lt;subkey&gt; desc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nulls first|last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stable   # preserve ties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limit &lt;N&gt;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group-by &lt;key&gt;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on-missing skip|stop|log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── second block in same file ──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&lt;other&gt;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09"/>
          <p:cNvSpPr txBox="1"/>
          <p:nvPr>
            <p:ph idx="7" type="body"/>
          </p:nvPr>
        </p:nvSpPr>
        <p:spPr>
          <a:xfrm>
            <a:off x="2805650" y="1658800"/>
            <a:ext cx="4461900" cy="683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Dot notation key paths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order.customer.name — navigate deep nesting without manual traversal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</p:txBody>
      </p:sp>
      <p:cxnSp>
        <p:nvCxnSpPr>
          <p:cNvPr id="1421" name="Google Shape;1421;p109"/>
          <p:cNvCxnSpPr/>
          <p:nvPr/>
        </p:nvCxnSpPr>
        <p:spPr>
          <a:xfrm rot="5400000">
            <a:off x="12122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109"/>
          <p:cNvSpPr txBox="1"/>
          <p:nvPr>
            <p:ph idx="7" type="body"/>
          </p:nvPr>
        </p:nvSpPr>
        <p:spPr>
          <a:xfrm>
            <a:off x="2815175" y="2009775"/>
            <a:ext cx="4461900" cy="683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Multi-key sort levels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by status asc, date desc on the same level naturally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09"/>
          <p:cNvSpPr txBox="1"/>
          <p:nvPr>
            <p:ph idx="7" type="body"/>
          </p:nvPr>
        </p:nvSpPr>
        <p:spPr>
          <a:xfrm>
            <a:off x="2821250" y="2378325"/>
            <a:ext cx="4461900" cy="6834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on-missing behaviour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skip = filter out   |  stop = raise KeyError | log = warn + keep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09"/>
          <p:cNvSpPr txBox="1"/>
          <p:nvPr>
            <p:ph idx="7" type="body"/>
          </p:nvPr>
        </p:nvSpPr>
        <p:spPr>
          <a:xfrm>
            <a:off x="2821250" y="2810525"/>
            <a:ext cx="4461900" cy="7329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--check flag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Compiles, executes on real data, verifies ordering, reports null counts + sort issues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09"/>
          <p:cNvSpPr txBox="1"/>
          <p:nvPr>
            <p:ph idx="7" type="body"/>
          </p:nvPr>
        </p:nvSpPr>
        <p:spPr>
          <a:xfrm>
            <a:off x="2815175" y="3280650"/>
            <a:ext cx="4461900" cy="643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group-by + limit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Emitted .py has no imports beyond Python stdlib — drop in anywhere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09"/>
          <p:cNvSpPr txBox="1"/>
          <p:nvPr>
            <p:ph idx="7" type="body"/>
          </p:nvPr>
        </p:nvSpPr>
        <p:spPr>
          <a:xfrm>
            <a:off x="2815175" y="3622675"/>
            <a:ext cx="4461900" cy="643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Named exit codes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 pipelines can distinguish parse errors, semantic errors, and IO failures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10"/>
          <p:cNvSpPr txBox="1"/>
          <p:nvPr>
            <p:ph idx="3" type="title"/>
          </p:nvPr>
        </p:nvSpPr>
        <p:spPr>
          <a:xfrm>
            <a:off x="115025" y="471075"/>
            <a:ext cx="39417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Tokenized Content</a:t>
            </a:r>
            <a:endParaRPr/>
          </a:p>
        </p:txBody>
      </p:sp>
      <p:sp>
        <p:nvSpPr>
          <p:cNvPr id="1432" name="Google Shape;1432;p110"/>
          <p:cNvSpPr txBox="1"/>
          <p:nvPr>
            <p:ph idx="7" type="subTitle"/>
          </p:nvPr>
        </p:nvSpPr>
        <p:spPr>
          <a:xfrm>
            <a:off x="4482800" y="2662000"/>
            <a:ext cx="3689700" cy="44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 </a:t>
            </a:r>
            <a:r>
              <a:rPr b="0" lang="en">
                <a:solidFill>
                  <a:schemeClr val="lt2"/>
                </a:solidFill>
              </a:rPr>
              <a:t>nulls first</a:t>
            </a:r>
            <a:r>
              <a:rPr b="0" lang="en"/>
              <a:t>/</a:t>
            </a:r>
            <a:r>
              <a:rPr b="0" lang="en">
                <a:solidFill>
                  <a:schemeClr val="lt2"/>
                </a:solidFill>
              </a:rPr>
              <a:t>nulls last </a:t>
            </a:r>
            <a:r>
              <a:rPr b="0" lang="en"/>
              <a:t>keyword </a:t>
            </a:r>
            <a:r>
              <a:rPr b="0" lang="en"/>
              <a:t>modifiers</a:t>
            </a:r>
            <a:endParaRPr b="0"/>
          </a:p>
        </p:txBody>
      </p:sp>
      <p:sp>
        <p:nvSpPr>
          <p:cNvPr id="1433" name="Google Shape;1433;p110"/>
          <p:cNvSpPr txBox="1"/>
          <p:nvPr>
            <p:ph idx="9" type="subTitle"/>
          </p:nvPr>
        </p:nvSpPr>
        <p:spPr>
          <a:xfrm>
            <a:off x="4482800" y="2129000"/>
            <a:ext cx="3727800" cy="44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 </a:t>
            </a:r>
            <a:r>
              <a:rPr b="0" lang="en">
                <a:solidFill>
                  <a:schemeClr val="lt2"/>
                </a:solidFill>
              </a:rPr>
              <a:t>then</a:t>
            </a:r>
            <a:r>
              <a:rPr b="0" lang="en"/>
              <a:t> sub sort blocks that bind to a key in the parent level</a:t>
            </a:r>
            <a:endParaRPr b="0"/>
          </a:p>
        </p:txBody>
      </p:sp>
      <p:sp>
        <p:nvSpPr>
          <p:cNvPr id="1434" name="Google Shape;1434;p110"/>
          <p:cNvSpPr txBox="1"/>
          <p:nvPr>
            <p:ph idx="14" type="subTitle"/>
          </p:nvPr>
        </p:nvSpPr>
        <p:spPr>
          <a:xfrm>
            <a:off x="4482800" y="1596375"/>
            <a:ext cx="3280200" cy="53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 </a:t>
            </a:r>
            <a:r>
              <a:rPr b="0" lang="en">
                <a:solidFill>
                  <a:schemeClr val="lt2"/>
                </a:solidFill>
              </a:rPr>
              <a:t>by</a:t>
            </a:r>
            <a:r>
              <a:rPr b="0" lang="en"/>
              <a:t> clauses containing key-path and direction pairs</a:t>
            </a:r>
            <a:endParaRPr b="0"/>
          </a:p>
        </p:txBody>
      </p:sp>
      <p:sp>
        <p:nvSpPr>
          <p:cNvPr id="1435" name="Google Shape;1435;p110"/>
          <p:cNvSpPr txBox="1"/>
          <p:nvPr>
            <p:ph idx="16" type="subTitle"/>
          </p:nvPr>
        </p:nvSpPr>
        <p:spPr>
          <a:xfrm>
            <a:off x="4482800" y="1063750"/>
            <a:ext cx="2319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1. </a:t>
            </a:r>
            <a:r>
              <a:rPr b="0" lang="en">
                <a:solidFill>
                  <a:schemeClr val="lt2"/>
                </a:solidFill>
              </a:rPr>
              <a:t>sort</a:t>
            </a:r>
            <a:r>
              <a:rPr b="0" lang="en"/>
              <a:t> Block Header</a:t>
            </a:r>
            <a:endParaRPr b="0"/>
          </a:p>
        </p:txBody>
      </p:sp>
      <p:sp>
        <p:nvSpPr>
          <p:cNvPr id="1436" name="Google Shape;1436;p110"/>
          <p:cNvSpPr txBox="1"/>
          <p:nvPr>
            <p:ph idx="17" type="title"/>
          </p:nvPr>
        </p:nvSpPr>
        <p:spPr>
          <a:xfrm>
            <a:off x="123825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11"/>
          <p:cNvSpPr txBox="1"/>
          <p:nvPr>
            <p:ph idx="2" type="body"/>
          </p:nvPr>
        </p:nvSpPr>
        <p:spPr>
          <a:xfrm>
            <a:off x="4631450" y="827575"/>
            <a:ext cx="3102900" cy="35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Python Language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C</a:t>
            </a:r>
            <a:r>
              <a:rPr lang="en" sz="1400"/>
              <a:t>ompiler source language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PYcharm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Dev &amp; step-through debugging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.nst files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All files plain text &amp; diffable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>
                <a:latin typeface="IBM Plex Sans Medium"/>
                <a:ea typeface="IBM Plex Sans Medium"/>
                <a:cs typeface="IBM Plex Sans Medium"/>
                <a:sym typeface="IBM Plex Sans Medium"/>
              </a:rPr>
              <a:t>.nst files</a:t>
            </a:r>
            <a:endParaRPr sz="20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400"/>
              <a:t>All files plain text &amp; diffable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42" name="Google Shape;1442;p111"/>
          <p:cNvSpPr txBox="1"/>
          <p:nvPr>
            <p:ph idx="3" type="title"/>
          </p:nvPr>
        </p:nvSpPr>
        <p:spPr>
          <a:xfrm>
            <a:off x="115025" y="502775"/>
            <a:ext cx="3102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 </a:t>
            </a:r>
            <a:endParaRPr/>
          </a:p>
        </p:txBody>
      </p:sp>
      <p:sp>
        <p:nvSpPr>
          <p:cNvPr id="1443" name="Google Shape;1443;p111"/>
          <p:cNvSpPr txBox="1"/>
          <p:nvPr>
            <p:ph idx="4" type="title"/>
          </p:nvPr>
        </p:nvSpPr>
        <p:spPr>
          <a:xfrm>
            <a:off x="123825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2"/>
          <p:cNvSpPr/>
          <p:nvPr/>
        </p:nvSpPr>
        <p:spPr>
          <a:xfrm rot="5400000">
            <a:off x="2088388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9" name="Google Shape;1449;p112"/>
          <p:cNvSpPr/>
          <p:nvPr/>
        </p:nvSpPr>
        <p:spPr>
          <a:xfrm rot="5400000">
            <a:off x="31887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0" name="Google Shape;1450;p112"/>
          <p:cNvSpPr/>
          <p:nvPr/>
        </p:nvSpPr>
        <p:spPr>
          <a:xfrm rot="5400000">
            <a:off x="397432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1" name="Google Shape;1451;p112"/>
          <p:cNvSpPr/>
          <p:nvPr/>
        </p:nvSpPr>
        <p:spPr>
          <a:xfrm rot="5400000">
            <a:off x="5783600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2" name="Google Shape;1452;p112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453" name="Google Shape;1453;p112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Lexer</a:t>
            </a:r>
            <a:endParaRPr/>
          </a:p>
        </p:txBody>
      </p:sp>
      <p:sp>
        <p:nvSpPr>
          <p:cNvPr id="1454" name="Google Shape;1454;p112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Parser</a:t>
            </a:r>
            <a:endParaRPr/>
          </a:p>
        </p:txBody>
      </p:sp>
      <p:sp>
        <p:nvSpPr>
          <p:cNvPr id="1455" name="Google Shape;1455;p112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</a:t>
            </a:r>
            <a:endParaRPr/>
          </a:p>
        </p:txBody>
      </p:sp>
      <p:sp>
        <p:nvSpPr>
          <p:cNvPr id="1456" name="Google Shape;1456;p112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endParaRPr/>
          </a:p>
        </p:txBody>
      </p:sp>
      <p:sp>
        <p:nvSpPr>
          <p:cNvPr id="1457" name="Google Shape;1457;p112"/>
          <p:cNvSpPr txBox="1"/>
          <p:nvPr>
            <p:ph idx="17" type="title"/>
          </p:nvPr>
        </p:nvSpPr>
        <p:spPr>
          <a:xfrm>
            <a:off x="-38025" y="357750"/>
            <a:ext cx="20916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Plan Pt 1.</a:t>
            </a:r>
            <a:endParaRPr/>
          </a:p>
        </p:txBody>
      </p:sp>
      <p:sp>
        <p:nvSpPr>
          <p:cNvPr id="1458" name="Google Shape;1458;p112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Token type &amp; position assertions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Valid and malformed .nst lines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Indent depth detection</a:t>
            </a:r>
            <a:endParaRPr/>
          </a:p>
        </p:txBody>
      </p:sp>
      <p:sp>
        <p:nvSpPr>
          <p:cNvPr id="1459" name="Google Shape;1459;p112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SortNode tree vs JSON snapshots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Flat, 2-level and deep declarations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Multi-key and single-key cases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Multi block detection</a:t>
            </a:r>
            <a:endParaRPr/>
          </a:p>
        </p:txBody>
      </p:sp>
      <p:sp>
        <p:nvSpPr>
          <p:cNvPr id="1460" name="Google Shape;1460;p112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Dangling sub-sort detection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Key-path cycle detection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Direction inconsistency errors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Duplicate names and warnings</a:t>
            </a:r>
            <a:endParaRPr/>
          </a:p>
        </p:txBody>
      </p:sp>
      <p:sp>
        <p:nvSpPr>
          <p:cNvPr id="1461" name="Google Shape;1461;p112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Compile → import → execute flow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Assert ordering at every nesting level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Empty lists, all-null cols, length-1</a:t>
            </a:r>
            <a:endParaRPr/>
          </a:p>
        </p:txBody>
      </p:sp>
      <p:sp>
        <p:nvSpPr>
          <p:cNvPr id="1462" name="Google Shape;1462;p112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63" name="Google Shape;1463;p112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64" name="Google Shape;1464;p112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65" name="Google Shape;1465;p112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13"/>
          <p:cNvSpPr/>
          <p:nvPr/>
        </p:nvSpPr>
        <p:spPr>
          <a:xfrm rot="5400000">
            <a:off x="2954188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1" name="Google Shape;1471;p113"/>
          <p:cNvSpPr/>
          <p:nvPr/>
        </p:nvSpPr>
        <p:spPr>
          <a:xfrm rot="5400000">
            <a:off x="118467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2" name="Google Shape;1472;p113"/>
          <p:cNvSpPr/>
          <p:nvPr/>
        </p:nvSpPr>
        <p:spPr>
          <a:xfrm rot="5400000">
            <a:off x="484012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3" name="Google Shape;1473;p113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  <p:sp>
        <p:nvSpPr>
          <p:cNvPr id="1474" name="Google Shape;1474;p113"/>
          <p:cNvSpPr txBox="1"/>
          <p:nvPr>
            <p:ph type="title"/>
          </p:nvPr>
        </p:nvSpPr>
        <p:spPr>
          <a:xfrm>
            <a:off x="9706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nesting</a:t>
            </a:r>
            <a:endParaRPr/>
          </a:p>
        </p:txBody>
      </p:sp>
      <p:sp>
        <p:nvSpPr>
          <p:cNvPr id="1475" name="Google Shape;1475;p113"/>
          <p:cNvSpPr txBox="1"/>
          <p:nvPr>
            <p:ph idx="2" type="title"/>
          </p:nvPr>
        </p:nvSpPr>
        <p:spPr>
          <a:xfrm>
            <a:off x="27987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notation</a:t>
            </a:r>
            <a:endParaRPr/>
          </a:p>
        </p:txBody>
      </p:sp>
      <p:sp>
        <p:nvSpPr>
          <p:cNvPr id="1476" name="Google Shape;1476;p113"/>
          <p:cNvSpPr txBox="1"/>
          <p:nvPr>
            <p:ph idx="3" type="title"/>
          </p:nvPr>
        </p:nvSpPr>
        <p:spPr>
          <a:xfrm>
            <a:off x="46268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</a:t>
            </a:r>
            <a:r>
              <a:rPr lang="en"/>
              <a:t>features</a:t>
            </a:r>
            <a:endParaRPr/>
          </a:p>
        </p:txBody>
      </p:sp>
      <p:sp>
        <p:nvSpPr>
          <p:cNvPr id="1477" name="Google Shape;1477;p113"/>
          <p:cNvSpPr txBox="1"/>
          <p:nvPr>
            <p:ph idx="17" type="title"/>
          </p:nvPr>
        </p:nvSpPr>
        <p:spPr>
          <a:xfrm>
            <a:off x="-38025" y="357750"/>
            <a:ext cx="20916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Plan Pt 2.</a:t>
            </a:r>
            <a:endParaRPr/>
          </a:p>
        </p:txBody>
      </p:sp>
      <p:sp>
        <p:nvSpPr>
          <p:cNvPr id="1478" name="Google Shape;1478;p113"/>
          <p:cNvSpPr txBox="1"/>
          <p:nvPr>
            <p:ph idx="6" type="body"/>
          </p:nvPr>
        </p:nvSpPr>
        <p:spPr>
          <a:xfrm>
            <a:off x="9707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Token type &amp; position assertions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Valid and malformed .nst lines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Indent depth detection</a:t>
            </a:r>
            <a:endParaRPr/>
          </a:p>
        </p:txBody>
      </p:sp>
      <p:sp>
        <p:nvSpPr>
          <p:cNvPr id="1479" name="Google Shape;1479;p113"/>
          <p:cNvSpPr txBox="1"/>
          <p:nvPr>
            <p:ph idx="7" type="body"/>
          </p:nvPr>
        </p:nvSpPr>
        <p:spPr>
          <a:xfrm>
            <a:off x="27987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SortNode tree vs JSON snapshots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Flat, 2-level and deep declarations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Multi-key and single-key cases</a:t>
            </a:r>
            <a:endParaRPr/>
          </a:p>
          <a:p>
            <a:pPr indent="-12065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Multi block detection</a:t>
            </a:r>
            <a:endParaRPr/>
          </a:p>
        </p:txBody>
      </p:sp>
      <p:sp>
        <p:nvSpPr>
          <p:cNvPr id="1480" name="Google Shape;1480;p113"/>
          <p:cNvSpPr txBox="1"/>
          <p:nvPr>
            <p:ph idx="8" type="body"/>
          </p:nvPr>
        </p:nvSpPr>
        <p:spPr>
          <a:xfrm>
            <a:off x="46268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Dangling sub-sort detection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Key-path cycle detection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Direction inconsistency errors</a:t>
            </a:r>
            <a:endParaRPr/>
          </a:p>
          <a:p>
            <a:pPr indent="-120650" lvl="0" marL="5715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Duplicate names and warnings</a:t>
            </a:r>
            <a:endParaRPr/>
          </a:p>
        </p:txBody>
      </p:sp>
      <p:sp>
        <p:nvSpPr>
          <p:cNvPr id="1481" name="Google Shape;1481;p113"/>
          <p:cNvSpPr txBox="1"/>
          <p:nvPr>
            <p:ph idx="13" type="title"/>
          </p:nvPr>
        </p:nvSpPr>
        <p:spPr>
          <a:xfrm>
            <a:off x="11057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82" name="Google Shape;1482;p113"/>
          <p:cNvSpPr txBox="1"/>
          <p:nvPr>
            <p:ph idx="14" type="title"/>
          </p:nvPr>
        </p:nvSpPr>
        <p:spPr>
          <a:xfrm>
            <a:off x="28753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83" name="Google Shape;1483;p113"/>
          <p:cNvSpPr txBox="1"/>
          <p:nvPr>
            <p:ph idx="15" type="title"/>
          </p:nvPr>
        </p:nvSpPr>
        <p:spPr>
          <a:xfrm>
            <a:off x="47612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14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</a:t>
            </a:r>
            <a:endParaRPr/>
          </a:p>
        </p:txBody>
      </p:sp>
      <p:sp>
        <p:nvSpPr>
          <p:cNvPr id="1489" name="Google Shape;1489;p114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145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RecSort offers a clean, built-in way to define multi-level sorting in a single, readable declaration.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158750" lvl="0" marL="17145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Eliminates the need to rewrite sorting logic for different data shapes.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158750" lvl="0" marL="17145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Output is plain Python with comments and no runtime dependency on NestSort.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158750" lvl="0" marL="17145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The new features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90" name="Google Shape;1490;p1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version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15"/>
          <p:cNvSpPr txBox="1"/>
          <p:nvPr>
            <p:ph type="title"/>
          </p:nvPr>
        </p:nvSpPr>
        <p:spPr>
          <a:xfrm>
            <a:off x="2662050" y="1732507"/>
            <a:ext cx="38199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hlink"/>
                </a:solidFill>
                <a:hlinkClick r:id="rId3"/>
              </a:rPr>
              <a:t>https://github.com/MikeJCalle/RecSort</a:t>
            </a:r>
            <a:r>
              <a:rPr lang="en" sz="2500"/>
              <a:t> 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